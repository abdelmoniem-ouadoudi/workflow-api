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l’équipe et l’encadrant. Dire le sujet en une phrase : une application pour gérer les tickets, avec une IA qui aide à les trier.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plan en quatre parties.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Première partie : pourquoi ce projet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problèmes simples, que toutes les équipes connaissent.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gauche : ce qu’on attend d’un outil de tickets. À droite : ce que notre projet ajoute.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les colonnes, puis le panneau de droite qui signale un doublon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proposition de l’IA sur la page du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étapes. Chaque étape ajoute une seule chose, et se termine par une démo. Aujourd’hui, nous sommes à M5.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règle la plus importante du projet. La dire lentement.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Deuxième partie : comment l’application est construite.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Être honnête : ce n’est pas pour la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services. Chaque service a un seul rôle.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diagramme de classes. Il correspond au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même modèle, en Merise.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service a sa propre base. Un service ne lit jamais la base d’un autre.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protections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Troisième partie : l’intelligence artificielle.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 diagramme : le ticket est créé tout de suite. Ensuite, un message part vers l’IA. L’IA répond plus tard, et la page se met à jour.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Sept informations. Seulement deux changent le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seuil haut quand l’IA agit seule. Un seuil bas quand elle propose seulement.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Nous avons testé avant de choisir. Avec 0,75, on perd les vrais doublons écrits avec d’autres mots.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L’application marche même quand l’IA ne répond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 partie : qui peut faire quoi.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questions différentes, donc deux rôles différents.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possible : appeler work-service sans jeton, la réponse est 401.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Nous avons trouvé une faille et nous l’avons corrigée. Le dire clairement.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chef de projet invite les personnes lui-même, avec un code secret.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 jury et l’encadrant. Ouvrir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2026-09-30T15:10:28Z</dcterms:created>
  <dcterms:modified xsi:type="dcterms:W3CDTF">2026-09-30T15:10:28Z</dcterms:modified>
</cp:coreProperties>
</file>